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WebTransport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moderne Alternative zu WebSockets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Technologien · Weaving the Web · Sommersemester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3840480" cy="502920"/>
          </a:xfrm>
          <a:prstGeom prst="rect">
            <a:avLst/>
          </a:prstGeom>
          <a:solidFill>
            <a:srgbClr val="2DE0C6"/>
          </a:solidFill>
          <a:ln w="12700">
            <a:solidFill>
              <a:srgbClr val="2DE0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773168"/>
            <a:ext cx="2926080" cy="502920"/>
          </a:xfrm>
          <a:prstGeom prst="rect">
            <a:avLst/>
          </a:prstGeom>
          <a:solidFill>
            <a:srgbClr val="1C2740"/>
          </a:solidFill>
          <a:ln w="12700">
            <a:solidFill>
              <a:srgbClr val="2DE0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3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5340096"/>
            <a:ext cx="2011680" cy="502920"/>
          </a:xfrm>
          <a:prstGeom prst="rect">
            <a:avLst/>
          </a:prstGeom>
          <a:solidFill>
            <a:srgbClr val="1C2740"/>
          </a:solidFill>
          <a:ln w="12700">
            <a:solidFill>
              <a:srgbClr val="2DE0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40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KURZÜBERSICHT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dich erwartet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15544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Minuten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9601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26517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Theorie-Impulse + 2 praktische Übungen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9601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Mitbringen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Laptop, aktuelles Chrome/Edge, Node.js installiert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9601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463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 kannst du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48463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einschätzen, wann WebTransport statt WebSockets sinnvoll ist, und selbst einen einfachen Stream- und Datagram-Kanal implementieren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jetzt über WebTransport reden?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 (RFC 6455) sind seit 2011 der Standard für bidirektionale Echtzeit-Kommunikation im Web. Sie basieren auf TCP – und genau das wird bei modernen Anforderungen (mehrere parallele Datenströme, sehr geringe Latenz) zum Flaschenhals.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 März 2026 hat WebTransport mit Safari 26.4 den letzten großen Browser bekommen und gilt als "Baseline" – läuft also produktionsreif in allen aktuellen Browsern.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97680" cy="420624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Treiber &amp; Status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0" y="228600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Spec-Editoren: Google, Mozilla, Apple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Entwickelt mit IETF WEBTRANS Working Group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W3C Working Draft (März 2026)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Browser: Chrome, Edge, Firefox, Safari 26.4+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Bisher: geringe Produktions-Adoption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REISEROUTE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der Workshop ab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29968" cy="3931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WebSockets an Grenzen stoßen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TCP, Head-of-Line-Blocking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88336" y="1737360"/>
            <a:ext cx="2029968" cy="3931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9" name="Text 7"/>
          <p:cNvSpPr/>
          <p:nvPr/>
        </p:nvSpPr>
        <p:spPr>
          <a:xfrm>
            <a:off x="2825496" y="1920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25496" y="251460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WebTransport das löst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25496" y="39319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QUIC, Streams vs. Datagrams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28032" y="1737360"/>
            <a:ext cx="2029968" cy="3931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920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65192" y="251460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 1: Stream-Echo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5192" y="39319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Eigener WebTransport-Server &amp; Client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67728" y="1737360"/>
            <a:ext cx="2029968" cy="3931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1920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04888" y="251460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 2: Datagrams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04888" y="39319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Paketverlust simulieren &amp; vergleichen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07424" y="1737360"/>
            <a:ext cx="2029968" cy="3931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21" name="Text 19"/>
          <p:cNvSpPr/>
          <p:nvPr/>
        </p:nvSpPr>
        <p:spPr>
          <a:xfrm>
            <a:off x="9244584" y="1920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44584" y="251460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Ausblick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44584" y="39319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WebTransport, wann nicht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· GRUNDLAGEN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Problem: Head-of-Line-Blocking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garantiert eine strikte Reihenfolge aller Bytes einer Verbindung. Geht ein Paket verloren, müssen alle nachfolgenden Pakete warten – auch wenn sie logisch zu einem anderen Datenstrom gehören.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/ WebSocket – 1 Verbindung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280160" cy="640080"/>
          </a:xfrm>
          <a:prstGeom prst="rect">
            <a:avLst/>
          </a:prstGeom>
          <a:solidFill>
            <a:srgbClr val="2DE0C6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2971800"/>
            <a:ext cx="1280160" cy="640080"/>
          </a:xfrm>
          <a:prstGeom prst="rect">
            <a:avLst/>
          </a:prstGeom>
          <a:solidFill>
            <a:srgbClr val="FF6B4A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971800"/>
            <a:ext cx="1280160" cy="640080"/>
          </a:xfrm>
          <a:prstGeom prst="rect">
            <a:avLst/>
          </a:prstGeom>
          <a:solidFill>
            <a:srgbClr val="1C2740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971800"/>
            <a:ext cx="1280160" cy="640080"/>
          </a:xfrm>
          <a:prstGeom prst="rect">
            <a:avLst/>
          </a:prstGeom>
          <a:solidFill>
            <a:srgbClr val="1C2740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wartet, bis A2 neu übertragen wurde – auch B1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 / WebTransport – mehrere Streams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4343400"/>
            <a:ext cx="1280160" cy="548640"/>
          </a:xfrm>
          <a:prstGeom prst="rect">
            <a:avLst/>
          </a:prstGeom>
          <a:solidFill>
            <a:srgbClr val="2DE0C6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343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4343400"/>
            <a:ext cx="1280160" cy="548640"/>
          </a:xfrm>
          <a:prstGeom prst="rect">
            <a:avLst/>
          </a:prstGeom>
          <a:solidFill>
            <a:srgbClr val="FF6B4A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4343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4343400"/>
            <a:ext cx="1280160" cy="548640"/>
          </a:xfrm>
          <a:prstGeom prst="rect">
            <a:avLst/>
          </a:prstGeom>
          <a:solidFill>
            <a:srgbClr val="1C2740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343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0" y="5029200"/>
            <a:ext cx="1280160" cy="548640"/>
          </a:xfrm>
          <a:prstGeom prst="rect">
            <a:avLst/>
          </a:prstGeom>
          <a:solidFill>
            <a:srgbClr val="2DE0C6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5029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5029200"/>
            <a:ext cx="1280160" cy="548640"/>
          </a:xfrm>
          <a:prstGeom prst="rect">
            <a:avLst/>
          </a:prstGeom>
          <a:solidFill>
            <a:srgbClr val="2DE0C6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5029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5029200"/>
            <a:ext cx="1280160" cy="548640"/>
          </a:xfrm>
          <a:prstGeom prst="rect">
            <a:avLst/>
          </a:prstGeom>
          <a:solidFill>
            <a:srgbClr val="2DE0C6"/>
          </a:solidFill>
          <a:ln w="6350">
            <a:solidFill>
              <a:srgbClr val="9AA5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29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B läuft unabhängig weiter, obwohl A2 verloren ging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· GRUNDLAGEN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vs. Datagrams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685800"/>
          </a:xfrm>
          <a:prstGeom prst="rect">
            <a:avLst/>
          </a:prstGeom>
          <a:solidFill>
            <a:srgbClr val="2DE0C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Zuverlässig &amp; geordnet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eine TCP-Verbindung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Neuübertragung bei Verlust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Für: Chat-Nachrichten, Dateien, alles was vollständig ankommen muss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420624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600200"/>
            <a:ext cx="5349240" cy="6858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6002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Datagrams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Unzuverlässig &amp; ungeordnet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UDP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Overhead durch Neuübertragung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Für: Positions-Updates, Live-Sensordaten, Video-Frames — 'nur der neueste Wert zählt'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· EINORDNUNG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bleibt WebSocket die bessere Wahl?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Maximale Kompatibilität nötig (ältere Umgebungen, restriktive Firewalls/Proxys)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Einfacher Anwendungsfall ohne Multiplexing- oder Latenzanforderungen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Ausgereiftere, breiter getestete Server-Bibliotheken und Tooling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Team-Erfahrung &amp; bestehende Infrastruktur sprechen dagegen, etwas Neues einzuführen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Faustregel: WebSocket = sicherer Standard. WebTransport = gezielte Wahl bei Multiplexing- oder Latenz-Anforderungen.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PRAXISTEIL 1 · ~35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Aufgabe: Stream-Echo-Server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WebTransport-Server in Node.js aufsetzen, der über einen bidirektionalen Stream Nachrichten vom Client entgegennimmt und zurücksendet (Echo).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Zertifikat generieren (Boilerplate liegt bereit)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server.js: Session annehmen, Stream öffnen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Verbindung aufbauen, Nachricht senden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Browser (Chrome) testen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4114800" cy="411480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25 Min. Bearbeitung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+ 10 Min. gemeinsamer 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2743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 &amp; Musterlösung liegen im Workshop-Repo bereit (exercise1-streams).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PRAXISTEIL 2 · ~35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Aufgabe: Datagrams &amp; simulierter Paketverlust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Live-Dashboard bauen, das Positions-/Sensordaten per Datagram überträgt – und den Unterschied zu Streams sichtbar machen, wenn künstlich Pakete verloren gehen.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Datagram-Kanal im bestehenden Server ergänzen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sendet Positionswerte in Intervallen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Verlustsimulation aktivieren &amp; Verhalten beobachten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Vergleich: gleiche Aufgabe mit Stream statt Datagram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4114800" cy="411480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25 Min. Bearbeitung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+ 10 Min. gemeinsamer 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27432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für Schnelle: Paketverlust-Rate über einen Regler live einstellbar machen.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hängen?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WebSockets: bewährt, universell, aber TCP-basiert und damit anfällig für Head-of-Line-Blocking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WebTransport: baut auf HTTP/3 &amp; QUIC, erlaubt echte Multiplexing- und Latenzvorteile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= zuverlässig &amp; geordnet · Datagrams = schnell &amp; verlusttolerant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 März 2026 Baseline-Support in allen großen Browsern – aber Spec ist noch Working Draft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Wohin entwickelt sich das Thema?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56616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over QUIC (MOQ)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Low-Latency-Streaming-Standard, baut direkt auf WebTransport auf – aktuell noch IETF-Draft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611880" cy="356616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WebCodecs + WebTransport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 Kontrolle über die Media-Pipeline: eigenes Encoding, eigener Transport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611880" cy="356616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Spec-Reifung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8346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plant Candidate-Recommendation-Status im Lauf von 2026, breite Produktionsreife eher 2027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E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Fragen, Feedback &amp; weiterführende Ressourcen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Workshop-Repo mit Boilerplate &amp; Musterlösung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MDN: WebTransport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FOSDEM 2026: "Intro to WebTransport – The next WebSocket?" (Max Inden)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2026-07-15T09:11:35Z</dcterms:created>
  <dcterms:modified xsi:type="dcterms:W3CDTF">2026-07-15T09:11:35Z</dcterms:modified>
</cp:coreProperties>
</file>